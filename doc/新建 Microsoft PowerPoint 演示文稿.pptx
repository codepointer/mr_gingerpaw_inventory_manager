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7" r:id="rId2"/>
    <p:sldId id="258" r:id="rId3"/>
    <p:sldId id="262" r:id="rId4"/>
    <p:sldId id="259" r:id="rId5"/>
    <p:sldId id="263" r:id="rId6"/>
    <p:sldId id="260" r:id="rId7"/>
    <p:sldId id="261" r:id="rId8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364" autoAdjust="0"/>
  </p:normalViewPr>
  <p:slideViewPr>
    <p:cSldViewPr snapToGrid="0">
      <p:cViewPr varScale="1">
        <p:scale>
          <a:sx n="40" d="100"/>
          <a:sy n="40" d="100"/>
        </p:scale>
        <p:origin x="1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D5307B-A928-497C-A962-512B8E84F123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7FF1B-2421-45A3-AFE9-0377F9295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31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待检查的物品。这似乎应该整理成一个卡片。一次显示</a:t>
            </a:r>
            <a:r>
              <a:rPr lang="en-US" altLang="zh-CN" dirty="0"/>
              <a:t>5</a:t>
            </a:r>
            <a:r>
              <a:rPr lang="zh-CN" altLang="en-US" dirty="0"/>
              <a:t>个，左侧有一个选择按钮，下面有提交按钮。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待补货的物品。筛选数量为</a:t>
            </a:r>
            <a:r>
              <a:rPr lang="en-US" altLang="zh-CN" dirty="0"/>
              <a:t>0</a:t>
            </a:r>
            <a:r>
              <a:rPr lang="zh-CN" altLang="en-US" dirty="0"/>
              <a:t>的物品，显示在这里。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智能输入卡片：使用文字提交相应的内容。放置一个文本框在这里。发送出去的内容会保存在主页卡片内，待处理完毕后会显示在这里，并且等待用户确认收到。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7FF1B-2421-45A3-AFE9-0377F9295AD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451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批量编辑按钮：搜索框右侧应该有两个按钮，一个创建，一个批量编辑。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Tag</a:t>
            </a:r>
            <a:r>
              <a:rPr lang="zh-CN" altLang="en-US" dirty="0"/>
              <a:t>页面，增加一个创建</a:t>
            </a:r>
            <a:r>
              <a:rPr lang="en-US" altLang="zh-CN" dirty="0"/>
              <a:t>tag</a:t>
            </a:r>
            <a:r>
              <a:rPr lang="zh-CN" altLang="en-US" dirty="0"/>
              <a:t>的按钮。希望按了按钮之后可以输入</a:t>
            </a:r>
            <a:r>
              <a:rPr lang="en-US" altLang="zh-CN" dirty="0"/>
              <a:t>tag</a:t>
            </a:r>
            <a:r>
              <a:rPr lang="zh-CN" altLang="en-US" dirty="0"/>
              <a:t>，增加至现在的页面。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设计物品名称的卡片，我认为这个应该属于一个</a:t>
            </a:r>
            <a:r>
              <a:rPr lang="en-US" altLang="zh-CN" dirty="0"/>
              <a:t>Component</a:t>
            </a:r>
            <a:r>
              <a:rPr lang="zh-CN" altLang="en-US" dirty="0"/>
              <a:t>。功能是可以通过上下箭头调整物品的数量，</a:t>
            </a:r>
            <a:r>
              <a:rPr lang="en-US" altLang="zh-CN" dirty="0"/>
              <a:t>+</a:t>
            </a:r>
            <a:r>
              <a:rPr lang="zh-CN" altLang="en-US" dirty="0"/>
              <a:t>和</a:t>
            </a:r>
            <a:r>
              <a:rPr lang="en-US" altLang="zh-CN" dirty="0"/>
              <a:t>-</a:t>
            </a:r>
            <a:r>
              <a:rPr lang="zh-CN" altLang="en-US" dirty="0"/>
              <a:t>来决定物品是增加还是减少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卡片用颜色表示物品增加</a:t>
            </a:r>
            <a:r>
              <a:rPr lang="en-US" altLang="zh-CN" dirty="0"/>
              <a:t>or</a:t>
            </a:r>
            <a:r>
              <a:rPr lang="zh-CN" altLang="en-US" dirty="0"/>
              <a:t>减少了。深灰色是删除的物品，红色是减少的，绿色是增加的。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物品的最右侧应该有个编辑按钮，可以修改物品的一些属性。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增加翻页功能。可以设置每页的数量，以及输入第几页，一共多少页。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7FF1B-2421-45A3-AFE9-0377F9295AD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563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这里是物品栏的信息。创建物品和更新</a:t>
            </a:r>
            <a:r>
              <a:rPr lang="en-US" altLang="zh-CN" dirty="0"/>
              <a:t>/</a:t>
            </a:r>
            <a:r>
              <a:rPr lang="zh-CN" altLang="en-US" dirty="0"/>
              <a:t>删除物品应该是不同的窗口。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7FF1B-2421-45A3-AFE9-0377F9295AD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000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首先，组织方式类似于订单。人工订单只会有一个：手动修改。而</a:t>
            </a:r>
            <a:r>
              <a:rPr lang="en-US" altLang="zh-CN" dirty="0"/>
              <a:t>AI</a:t>
            </a:r>
            <a:r>
              <a:rPr lang="zh-CN" altLang="en-US" dirty="0"/>
              <a:t>的会带有时间戳放在这里。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订单里的物品类似物品卡片，但会有展示物品的增减（进行智能合并，即同类物品的修改只会有一条）。同时会有一个按钮选择删除这条记录。每个订单会有提交和取消两个选项。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修改的草稿会单独由一个卡片组织，可以单独对这个卡片进行调整。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7FF1B-2421-45A3-AFE9-0377F9295AD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719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上面是用户信息。用户可以编辑自己的基本信息。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中间是当前家庭，要增加创建家庭、切换家庭功能。</a:t>
            </a:r>
            <a:endParaRPr lang="en-US" altLang="zh-CN" dirty="0"/>
          </a:p>
          <a:p>
            <a:r>
              <a:rPr lang="zh-CN" altLang="en-US" dirty="0"/>
              <a:t>同时，家庭部分应该有邀请、加入两个按钮，方便用户之间加入同一个家庭。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下面的按钮分别是修改密码、修改密保问题、退出登录等选项。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7FF1B-2421-45A3-AFE9-0377F9295AD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805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591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686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223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23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79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90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122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40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812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729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7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3739B-7A9A-4764-BABD-7B129FA275FE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D16A2-4F79-4B81-9D62-4AE55BD1C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44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1F953ED3-2190-795B-0248-A6C1AC880113}"/>
              </a:ext>
            </a:extLst>
          </p:cNvPr>
          <p:cNvSpPr/>
          <p:nvPr/>
        </p:nvSpPr>
        <p:spPr>
          <a:xfrm>
            <a:off x="704589" y="1252604"/>
            <a:ext cx="5448822" cy="94070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06FD4D-F1A0-AFD7-2590-A2C287A76129}"/>
              </a:ext>
            </a:extLst>
          </p:cNvPr>
          <p:cNvSpPr txBox="1"/>
          <p:nvPr/>
        </p:nvSpPr>
        <p:spPr>
          <a:xfrm>
            <a:off x="1200752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主页</a:t>
            </a:r>
          </a:p>
        </p:txBody>
      </p:sp>
      <p:pic>
        <p:nvPicPr>
          <p:cNvPr id="7" name="图形 6" descr="主页 纯色填充">
            <a:extLst>
              <a:ext uri="{FF2B5EF4-FFF2-40B4-BE49-F238E27FC236}">
                <a16:creationId xmlns:a16="http://schemas.microsoft.com/office/drawing/2014/main" id="{E52D55F0-BA14-88EA-CCD2-8C9C5E71F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1629" y="9577364"/>
            <a:ext cx="540000" cy="540000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1C49135-CBE6-D5B2-3187-AEBF8F9A2AF6}"/>
              </a:ext>
            </a:extLst>
          </p:cNvPr>
          <p:cNvCxnSpPr/>
          <p:nvPr/>
        </p:nvCxnSpPr>
        <p:spPr>
          <a:xfrm>
            <a:off x="704589" y="9310064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287F988-E483-9134-AD40-2586C5F014AD}"/>
              </a:ext>
            </a:extLst>
          </p:cNvPr>
          <p:cNvSpPr txBox="1"/>
          <p:nvPr/>
        </p:nvSpPr>
        <p:spPr>
          <a:xfrm>
            <a:off x="4950040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我的</a:t>
            </a:r>
          </a:p>
        </p:txBody>
      </p:sp>
      <p:pic>
        <p:nvPicPr>
          <p:cNvPr id="12" name="图形 11" descr="用户 纯色填充">
            <a:extLst>
              <a:ext uri="{FF2B5EF4-FFF2-40B4-BE49-F238E27FC236}">
                <a16:creationId xmlns:a16="http://schemas.microsoft.com/office/drawing/2014/main" id="{05A785BF-C038-ADB0-446A-700D0B4685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3205" y="9577364"/>
            <a:ext cx="540000" cy="5400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8F8134B-C716-52F9-D2C8-3ABED8241797}"/>
              </a:ext>
            </a:extLst>
          </p:cNvPr>
          <p:cNvSpPr txBox="1"/>
          <p:nvPr/>
        </p:nvSpPr>
        <p:spPr>
          <a:xfrm>
            <a:off x="2450515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物品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9DAEB1-ACFC-ABE2-F374-3ED8246B4097}"/>
              </a:ext>
            </a:extLst>
          </p:cNvPr>
          <p:cNvSpPr txBox="1"/>
          <p:nvPr/>
        </p:nvSpPr>
        <p:spPr>
          <a:xfrm>
            <a:off x="3700278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草稿</a:t>
            </a:r>
          </a:p>
        </p:txBody>
      </p:sp>
      <p:pic>
        <p:nvPicPr>
          <p:cNvPr id="16" name="图形 15" descr="苹果色 纯色填充">
            <a:extLst>
              <a:ext uri="{FF2B5EF4-FFF2-40B4-BE49-F238E27FC236}">
                <a16:creationId xmlns:a16="http://schemas.microsoft.com/office/drawing/2014/main" id="{11355720-A42E-D432-5BC4-00B921F205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3679" y="9577364"/>
            <a:ext cx="540000" cy="54000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D1739CB-532E-D7CF-6D59-589005356337}"/>
              </a:ext>
            </a:extLst>
          </p:cNvPr>
          <p:cNvCxnSpPr/>
          <p:nvPr/>
        </p:nvCxnSpPr>
        <p:spPr>
          <a:xfrm>
            <a:off x="704589" y="2195281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图形 18" descr="文档 纯色填充">
            <a:extLst>
              <a:ext uri="{FF2B5EF4-FFF2-40B4-BE49-F238E27FC236}">
                <a16:creationId xmlns:a16="http://schemas.microsoft.com/office/drawing/2014/main" id="{7BDEF109-3D65-E713-D83A-EFCE961BA4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5729" y="9577364"/>
            <a:ext cx="540000" cy="54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0AAE50C-8A06-B0F0-2795-1CEB91C34BF0}"/>
              </a:ext>
            </a:extLst>
          </p:cNvPr>
          <p:cNvSpPr txBox="1"/>
          <p:nvPr/>
        </p:nvSpPr>
        <p:spPr>
          <a:xfrm>
            <a:off x="2977594" y="144369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主页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B8B1D0-998C-CB07-EC3E-42BE0B26A54F}"/>
              </a:ext>
            </a:extLst>
          </p:cNvPr>
          <p:cNvSpPr/>
          <p:nvPr/>
        </p:nvSpPr>
        <p:spPr>
          <a:xfrm>
            <a:off x="1014608" y="3002582"/>
            <a:ext cx="4885151" cy="9932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7C2E13-4644-BDBD-3B7B-F73BD5118C83}"/>
              </a:ext>
            </a:extLst>
          </p:cNvPr>
          <p:cNvSpPr txBox="1"/>
          <p:nvPr/>
        </p:nvSpPr>
        <p:spPr>
          <a:xfrm>
            <a:off x="914400" y="240241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待检查</a:t>
            </a:r>
          </a:p>
        </p:txBody>
      </p:sp>
      <p:sp>
        <p:nvSpPr>
          <p:cNvPr id="11" name="加号 10">
            <a:extLst>
              <a:ext uri="{FF2B5EF4-FFF2-40B4-BE49-F238E27FC236}">
                <a16:creationId xmlns:a16="http://schemas.microsoft.com/office/drawing/2014/main" id="{87FA2B2F-E8D0-2BE1-E1A2-619CBDA79C51}"/>
              </a:ext>
            </a:extLst>
          </p:cNvPr>
          <p:cNvSpPr/>
          <p:nvPr/>
        </p:nvSpPr>
        <p:spPr>
          <a:xfrm>
            <a:off x="5226336" y="3256632"/>
            <a:ext cx="540000" cy="54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6595EF-559C-40A9-F604-8CD5EAA57FE8}"/>
              </a:ext>
            </a:extLst>
          </p:cNvPr>
          <p:cNvSpPr txBox="1"/>
          <p:nvPr/>
        </p:nvSpPr>
        <p:spPr>
          <a:xfrm>
            <a:off x="1200752" y="3308042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</a:t>
            </a:r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18" name="减号 17">
            <a:extLst>
              <a:ext uri="{FF2B5EF4-FFF2-40B4-BE49-F238E27FC236}">
                <a16:creationId xmlns:a16="http://schemas.microsoft.com/office/drawing/2014/main" id="{70359201-3807-C3E4-0FAD-E8C75DA78DBC}"/>
              </a:ext>
            </a:extLst>
          </p:cNvPr>
          <p:cNvSpPr/>
          <p:nvPr/>
        </p:nvSpPr>
        <p:spPr>
          <a:xfrm>
            <a:off x="4076609" y="3268874"/>
            <a:ext cx="540000" cy="540000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95B24E-7478-94C2-09B3-D602179C9A9F}"/>
              </a:ext>
            </a:extLst>
          </p:cNvPr>
          <p:cNvSpPr txBox="1"/>
          <p:nvPr/>
        </p:nvSpPr>
        <p:spPr>
          <a:xfrm>
            <a:off x="4616014" y="3308042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</a:t>
            </a:r>
            <a:endParaRPr lang="zh-CN" altLang="en-US" sz="2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261775-96B1-8DE9-5928-37B5ED8FA334}"/>
              </a:ext>
            </a:extLst>
          </p:cNvPr>
          <p:cNvSpPr/>
          <p:nvPr/>
        </p:nvSpPr>
        <p:spPr>
          <a:xfrm>
            <a:off x="1014608" y="4197391"/>
            <a:ext cx="4885151" cy="9932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加号 21">
            <a:extLst>
              <a:ext uri="{FF2B5EF4-FFF2-40B4-BE49-F238E27FC236}">
                <a16:creationId xmlns:a16="http://schemas.microsoft.com/office/drawing/2014/main" id="{D6AB3AA3-8C08-B67D-0D91-8A5788920AE3}"/>
              </a:ext>
            </a:extLst>
          </p:cNvPr>
          <p:cNvSpPr/>
          <p:nvPr/>
        </p:nvSpPr>
        <p:spPr>
          <a:xfrm>
            <a:off x="5226336" y="4451441"/>
            <a:ext cx="540000" cy="54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4DBB0E-2BD3-89B2-BCE9-C186AD3D5F9F}"/>
              </a:ext>
            </a:extLst>
          </p:cNvPr>
          <p:cNvSpPr txBox="1"/>
          <p:nvPr/>
        </p:nvSpPr>
        <p:spPr>
          <a:xfrm>
            <a:off x="1200752" y="4502851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</a:t>
            </a:r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24" name="减号 23">
            <a:extLst>
              <a:ext uri="{FF2B5EF4-FFF2-40B4-BE49-F238E27FC236}">
                <a16:creationId xmlns:a16="http://schemas.microsoft.com/office/drawing/2014/main" id="{6D9A68AA-72A1-A62C-33A8-C52E38BC2088}"/>
              </a:ext>
            </a:extLst>
          </p:cNvPr>
          <p:cNvSpPr/>
          <p:nvPr/>
        </p:nvSpPr>
        <p:spPr>
          <a:xfrm>
            <a:off x="4076609" y="4463683"/>
            <a:ext cx="540000" cy="540000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BE99F18-B9BA-8FCB-1A89-34B0A0B193E2}"/>
              </a:ext>
            </a:extLst>
          </p:cNvPr>
          <p:cNvSpPr txBox="1"/>
          <p:nvPr/>
        </p:nvSpPr>
        <p:spPr>
          <a:xfrm>
            <a:off x="4616014" y="4502851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</a:t>
            </a:r>
            <a:endParaRPr lang="zh-CN" altLang="en-US" sz="2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C9B5FAB-6860-321B-1E5A-529BC7D9FC2A}"/>
              </a:ext>
            </a:extLst>
          </p:cNvPr>
          <p:cNvSpPr txBox="1"/>
          <p:nvPr/>
        </p:nvSpPr>
        <p:spPr>
          <a:xfrm>
            <a:off x="914400" y="559860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待补货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E947A2-42DA-9004-0A8A-5F76F83D09EC}"/>
              </a:ext>
            </a:extLst>
          </p:cNvPr>
          <p:cNvSpPr/>
          <p:nvPr/>
        </p:nvSpPr>
        <p:spPr>
          <a:xfrm>
            <a:off x="1014608" y="6233711"/>
            <a:ext cx="4885151" cy="9932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加号 27">
            <a:extLst>
              <a:ext uri="{FF2B5EF4-FFF2-40B4-BE49-F238E27FC236}">
                <a16:creationId xmlns:a16="http://schemas.microsoft.com/office/drawing/2014/main" id="{A3D522B9-8D22-1FAB-5E6E-B23345F8C8CF}"/>
              </a:ext>
            </a:extLst>
          </p:cNvPr>
          <p:cNvSpPr/>
          <p:nvPr/>
        </p:nvSpPr>
        <p:spPr>
          <a:xfrm>
            <a:off x="5226336" y="6487761"/>
            <a:ext cx="540000" cy="54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FCFDA82-6658-774E-2D32-39862B5FF4DE}"/>
              </a:ext>
            </a:extLst>
          </p:cNvPr>
          <p:cNvSpPr txBox="1"/>
          <p:nvPr/>
        </p:nvSpPr>
        <p:spPr>
          <a:xfrm>
            <a:off x="1200752" y="6539171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</a:t>
            </a:r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30" name="减号 29">
            <a:extLst>
              <a:ext uri="{FF2B5EF4-FFF2-40B4-BE49-F238E27FC236}">
                <a16:creationId xmlns:a16="http://schemas.microsoft.com/office/drawing/2014/main" id="{E92304B8-2503-EAF7-F62D-5F9BEC328BAE}"/>
              </a:ext>
            </a:extLst>
          </p:cNvPr>
          <p:cNvSpPr/>
          <p:nvPr/>
        </p:nvSpPr>
        <p:spPr>
          <a:xfrm>
            <a:off x="4076609" y="6500003"/>
            <a:ext cx="540000" cy="540000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37E8C56-4AF7-B3E2-211E-F96588FA15C4}"/>
              </a:ext>
            </a:extLst>
          </p:cNvPr>
          <p:cNvSpPr txBox="1"/>
          <p:nvPr/>
        </p:nvSpPr>
        <p:spPr>
          <a:xfrm>
            <a:off x="4616014" y="6539171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</a:t>
            </a:r>
            <a:endParaRPr lang="zh-CN" altLang="en-US" sz="24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41CAD5-B9BE-033C-ACF6-18E400A0A9EC}"/>
              </a:ext>
            </a:extLst>
          </p:cNvPr>
          <p:cNvSpPr/>
          <p:nvPr/>
        </p:nvSpPr>
        <p:spPr>
          <a:xfrm>
            <a:off x="1014608" y="7451239"/>
            <a:ext cx="4885151" cy="9932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加号 32">
            <a:extLst>
              <a:ext uri="{FF2B5EF4-FFF2-40B4-BE49-F238E27FC236}">
                <a16:creationId xmlns:a16="http://schemas.microsoft.com/office/drawing/2014/main" id="{EC458A09-02FF-9BD5-A60D-29CB4E6A3111}"/>
              </a:ext>
            </a:extLst>
          </p:cNvPr>
          <p:cNvSpPr/>
          <p:nvPr/>
        </p:nvSpPr>
        <p:spPr>
          <a:xfrm>
            <a:off x="5226336" y="7705289"/>
            <a:ext cx="540000" cy="54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F0483A3-2B0F-B521-30AE-458454E1CC1F}"/>
              </a:ext>
            </a:extLst>
          </p:cNvPr>
          <p:cNvSpPr txBox="1"/>
          <p:nvPr/>
        </p:nvSpPr>
        <p:spPr>
          <a:xfrm>
            <a:off x="1200752" y="7756699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</a:t>
            </a:r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35" name="减号 34">
            <a:extLst>
              <a:ext uri="{FF2B5EF4-FFF2-40B4-BE49-F238E27FC236}">
                <a16:creationId xmlns:a16="http://schemas.microsoft.com/office/drawing/2014/main" id="{39C92E7E-3FBD-B388-FF3D-94BD336F1B25}"/>
              </a:ext>
            </a:extLst>
          </p:cNvPr>
          <p:cNvSpPr/>
          <p:nvPr/>
        </p:nvSpPr>
        <p:spPr>
          <a:xfrm>
            <a:off x="4076609" y="7717531"/>
            <a:ext cx="540000" cy="540000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B8B2D03-BFD2-F8FD-364A-C076BD42C275}"/>
              </a:ext>
            </a:extLst>
          </p:cNvPr>
          <p:cNvSpPr txBox="1"/>
          <p:nvPr/>
        </p:nvSpPr>
        <p:spPr>
          <a:xfrm>
            <a:off x="4616014" y="7756699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24157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1F953ED3-2190-795B-0248-A6C1AC880113}"/>
              </a:ext>
            </a:extLst>
          </p:cNvPr>
          <p:cNvSpPr/>
          <p:nvPr/>
        </p:nvSpPr>
        <p:spPr>
          <a:xfrm>
            <a:off x="704589" y="212944"/>
            <a:ext cx="5448822" cy="94070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06FD4D-F1A0-AFD7-2590-A2C287A76129}"/>
              </a:ext>
            </a:extLst>
          </p:cNvPr>
          <p:cNvSpPr txBox="1"/>
          <p:nvPr/>
        </p:nvSpPr>
        <p:spPr>
          <a:xfrm>
            <a:off x="1200752" y="90777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主页</a:t>
            </a:r>
          </a:p>
        </p:txBody>
      </p:sp>
      <p:pic>
        <p:nvPicPr>
          <p:cNvPr id="7" name="图形 6" descr="主页 纯色填充">
            <a:extLst>
              <a:ext uri="{FF2B5EF4-FFF2-40B4-BE49-F238E27FC236}">
                <a16:creationId xmlns:a16="http://schemas.microsoft.com/office/drawing/2014/main" id="{E52D55F0-BA14-88EA-CCD2-8C9C5E71F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1629" y="8537704"/>
            <a:ext cx="540000" cy="540000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1C49135-CBE6-D5B2-3187-AEBF8F9A2AF6}"/>
              </a:ext>
            </a:extLst>
          </p:cNvPr>
          <p:cNvCxnSpPr/>
          <p:nvPr/>
        </p:nvCxnSpPr>
        <p:spPr>
          <a:xfrm>
            <a:off x="704589" y="8270404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287F988-E483-9134-AD40-2586C5F014AD}"/>
              </a:ext>
            </a:extLst>
          </p:cNvPr>
          <p:cNvSpPr txBox="1"/>
          <p:nvPr/>
        </p:nvSpPr>
        <p:spPr>
          <a:xfrm>
            <a:off x="4950040" y="90777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我的</a:t>
            </a:r>
          </a:p>
        </p:txBody>
      </p:sp>
      <p:pic>
        <p:nvPicPr>
          <p:cNvPr id="12" name="图形 11" descr="用户 纯色填充">
            <a:extLst>
              <a:ext uri="{FF2B5EF4-FFF2-40B4-BE49-F238E27FC236}">
                <a16:creationId xmlns:a16="http://schemas.microsoft.com/office/drawing/2014/main" id="{05A785BF-C038-ADB0-446A-700D0B4685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3205" y="8537704"/>
            <a:ext cx="540000" cy="5400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8F8134B-C716-52F9-D2C8-3ABED8241797}"/>
              </a:ext>
            </a:extLst>
          </p:cNvPr>
          <p:cNvSpPr txBox="1"/>
          <p:nvPr/>
        </p:nvSpPr>
        <p:spPr>
          <a:xfrm>
            <a:off x="2450515" y="90777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物品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9DAEB1-ACFC-ABE2-F374-3ED8246B4097}"/>
              </a:ext>
            </a:extLst>
          </p:cNvPr>
          <p:cNvSpPr txBox="1"/>
          <p:nvPr/>
        </p:nvSpPr>
        <p:spPr>
          <a:xfrm>
            <a:off x="3700278" y="90777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草稿</a:t>
            </a:r>
          </a:p>
        </p:txBody>
      </p:sp>
      <p:pic>
        <p:nvPicPr>
          <p:cNvPr id="16" name="图形 15" descr="苹果色 纯色填充">
            <a:extLst>
              <a:ext uri="{FF2B5EF4-FFF2-40B4-BE49-F238E27FC236}">
                <a16:creationId xmlns:a16="http://schemas.microsoft.com/office/drawing/2014/main" id="{11355720-A42E-D432-5BC4-00B921F205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3679" y="8537704"/>
            <a:ext cx="540000" cy="54000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D1739CB-532E-D7CF-6D59-589005356337}"/>
              </a:ext>
            </a:extLst>
          </p:cNvPr>
          <p:cNvCxnSpPr/>
          <p:nvPr/>
        </p:nvCxnSpPr>
        <p:spPr>
          <a:xfrm>
            <a:off x="704589" y="1155621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图形 18" descr="文档 纯色填充">
            <a:extLst>
              <a:ext uri="{FF2B5EF4-FFF2-40B4-BE49-F238E27FC236}">
                <a16:creationId xmlns:a16="http://schemas.microsoft.com/office/drawing/2014/main" id="{7BDEF109-3D65-E713-D83A-EFCE961BA4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5729" y="8537704"/>
            <a:ext cx="540000" cy="54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0AAE50C-8A06-B0F0-2795-1CEB91C34BF0}"/>
              </a:ext>
            </a:extLst>
          </p:cNvPr>
          <p:cNvSpPr txBox="1"/>
          <p:nvPr/>
        </p:nvSpPr>
        <p:spPr>
          <a:xfrm>
            <a:off x="2977594" y="4040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物品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E947A2-42DA-9004-0A8A-5F76F83D09EC}"/>
              </a:ext>
            </a:extLst>
          </p:cNvPr>
          <p:cNvSpPr/>
          <p:nvPr/>
        </p:nvSpPr>
        <p:spPr>
          <a:xfrm>
            <a:off x="1014608" y="2800902"/>
            <a:ext cx="4885151" cy="9932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FCFDA82-6658-774E-2D32-39862B5FF4DE}"/>
              </a:ext>
            </a:extLst>
          </p:cNvPr>
          <p:cNvSpPr txBox="1"/>
          <p:nvPr/>
        </p:nvSpPr>
        <p:spPr>
          <a:xfrm>
            <a:off x="1200752" y="3106362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</a:t>
            </a:r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37E8C56-4AF7-B3E2-211E-F96588FA15C4}"/>
              </a:ext>
            </a:extLst>
          </p:cNvPr>
          <p:cNvSpPr txBox="1"/>
          <p:nvPr/>
        </p:nvSpPr>
        <p:spPr>
          <a:xfrm>
            <a:off x="5086284" y="3106362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</a:t>
            </a:r>
            <a:endParaRPr lang="zh-CN" altLang="en-US" sz="24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41CAD5-B9BE-033C-ACF6-18E400A0A9EC}"/>
              </a:ext>
            </a:extLst>
          </p:cNvPr>
          <p:cNvSpPr/>
          <p:nvPr/>
        </p:nvSpPr>
        <p:spPr>
          <a:xfrm>
            <a:off x="1014608" y="4018430"/>
            <a:ext cx="4885151" cy="9932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F0483A3-2B0F-B521-30AE-458454E1CC1F}"/>
              </a:ext>
            </a:extLst>
          </p:cNvPr>
          <p:cNvSpPr txBox="1"/>
          <p:nvPr/>
        </p:nvSpPr>
        <p:spPr>
          <a:xfrm>
            <a:off x="1200752" y="4323890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</a:t>
            </a:r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B8B2D03-BFD2-F8FD-364A-C076BD42C275}"/>
              </a:ext>
            </a:extLst>
          </p:cNvPr>
          <p:cNvSpPr txBox="1"/>
          <p:nvPr/>
        </p:nvSpPr>
        <p:spPr>
          <a:xfrm>
            <a:off x="5086284" y="4323890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</a:t>
            </a:r>
            <a:endParaRPr lang="zh-CN" altLang="en-US" sz="2400" dirty="0"/>
          </a:p>
        </p:txBody>
      </p:sp>
      <p:sp>
        <p:nvSpPr>
          <p:cNvPr id="8" name="加号 7">
            <a:extLst>
              <a:ext uri="{FF2B5EF4-FFF2-40B4-BE49-F238E27FC236}">
                <a16:creationId xmlns:a16="http://schemas.microsoft.com/office/drawing/2014/main" id="{5BFBAA1B-7EC0-6D9E-1FC8-84C8C093F875}"/>
              </a:ext>
            </a:extLst>
          </p:cNvPr>
          <p:cNvSpPr/>
          <p:nvPr/>
        </p:nvSpPr>
        <p:spPr>
          <a:xfrm>
            <a:off x="5149334" y="433661"/>
            <a:ext cx="540000" cy="54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7954B15-CCC1-3681-9028-3713B3DC5CF7}"/>
              </a:ext>
            </a:extLst>
          </p:cNvPr>
          <p:cNvCxnSpPr/>
          <p:nvPr/>
        </p:nvCxnSpPr>
        <p:spPr>
          <a:xfrm>
            <a:off x="704589" y="2533602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加号 37">
            <a:extLst>
              <a:ext uri="{FF2B5EF4-FFF2-40B4-BE49-F238E27FC236}">
                <a16:creationId xmlns:a16="http://schemas.microsoft.com/office/drawing/2014/main" id="{B60A7174-0284-72B7-8CAC-19473045D98B}"/>
              </a:ext>
            </a:extLst>
          </p:cNvPr>
          <p:cNvSpPr/>
          <p:nvPr/>
        </p:nvSpPr>
        <p:spPr>
          <a:xfrm>
            <a:off x="5477396" y="1879612"/>
            <a:ext cx="540000" cy="54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AAE6EF9-A0A1-1963-2C1F-E3FCB0171C72}"/>
              </a:ext>
            </a:extLst>
          </p:cNvPr>
          <p:cNvSpPr txBox="1"/>
          <p:nvPr/>
        </p:nvSpPr>
        <p:spPr>
          <a:xfrm>
            <a:off x="994390" y="1943221"/>
            <a:ext cx="852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食物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7F97C5B-F137-9900-F4C2-86DBAC571D92}"/>
              </a:ext>
            </a:extLst>
          </p:cNvPr>
          <p:cNvSpPr txBox="1"/>
          <p:nvPr/>
        </p:nvSpPr>
        <p:spPr>
          <a:xfrm>
            <a:off x="2124901" y="1943221"/>
            <a:ext cx="852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家具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E93BD9A-4389-64AD-3A40-D7BDED8E8443}"/>
              </a:ext>
            </a:extLst>
          </p:cNvPr>
          <p:cNvSpPr txBox="1"/>
          <p:nvPr/>
        </p:nvSpPr>
        <p:spPr>
          <a:xfrm>
            <a:off x="3163036" y="1943221"/>
            <a:ext cx="852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工具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2F5E6D7-B152-B4F0-323E-9B1E01DD792F}"/>
              </a:ext>
            </a:extLst>
          </p:cNvPr>
          <p:cNvSpPr txBox="1"/>
          <p:nvPr/>
        </p:nvSpPr>
        <p:spPr>
          <a:xfrm>
            <a:off x="994390" y="1308602"/>
            <a:ext cx="852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厨房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17328C1-BAEB-BAC7-B1F4-FD6D887F31CB}"/>
              </a:ext>
            </a:extLst>
          </p:cNvPr>
          <p:cNvSpPr txBox="1"/>
          <p:nvPr/>
        </p:nvSpPr>
        <p:spPr>
          <a:xfrm>
            <a:off x="2124900" y="1308602"/>
            <a:ext cx="113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卫生间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8F23BE-2C60-EC70-151C-DCE5EC3761E4}"/>
              </a:ext>
            </a:extLst>
          </p:cNvPr>
          <p:cNvSpPr/>
          <p:nvPr/>
        </p:nvSpPr>
        <p:spPr>
          <a:xfrm>
            <a:off x="111255" y="10130151"/>
            <a:ext cx="6635489" cy="150649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0B8B48-E590-E183-350F-F39731EE3AA4}"/>
              </a:ext>
            </a:extLst>
          </p:cNvPr>
          <p:cNvSpPr txBox="1"/>
          <p:nvPr/>
        </p:nvSpPr>
        <p:spPr>
          <a:xfrm>
            <a:off x="382251" y="10504285"/>
            <a:ext cx="3515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物品名称 </a:t>
            </a:r>
            <a:r>
              <a:rPr lang="en-US" altLang="zh-CN" sz="2400" dirty="0"/>
              <a:t>&lt;</a:t>
            </a:r>
            <a:r>
              <a:rPr lang="zh-CN" altLang="en-US" sz="2400" dirty="0"/>
              <a:t>单位</a:t>
            </a:r>
            <a:r>
              <a:rPr lang="en-US" altLang="zh-CN" sz="2400" dirty="0"/>
              <a:t>&gt; &lt;</a:t>
            </a:r>
            <a:r>
              <a:rPr lang="zh-CN" altLang="en-US" sz="2400" dirty="0"/>
              <a:t>位置</a:t>
            </a:r>
            <a:r>
              <a:rPr lang="en-US" altLang="zh-CN" sz="2400" dirty="0"/>
              <a:t>&gt;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23E555-2102-57EC-B5B4-B2BAA1B9D83C}"/>
              </a:ext>
            </a:extLst>
          </p:cNvPr>
          <p:cNvSpPr txBox="1"/>
          <p:nvPr/>
        </p:nvSpPr>
        <p:spPr>
          <a:xfrm>
            <a:off x="3907747" y="10683856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</a:t>
            </a:r>
            <a:endParaRPr lang="zh-CN" altLang="en-US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6054BD-2618-3E5B-F953-85870251FBAB}"/>
              </a:ext>
            </a:extLst>
          </p:cNvPr>
          <p:cNvSpPr txBox="1"/>
          <p:nvPr/>
        </p:nvSpPr>
        <p:spPr>
          <a:xfrm>
            <a:off x="377433" y="10960855"/>
            <a:ext cx="235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&lt;</a:t>
            </a:r>
            <a:r>
              <a:rPr lang="zh-CN" altLang="en-US" dirty="0"/>
              <a:t>标签</a:t>
            </a:r>
            <a:r>
              <a:rPr lang="en-US" altLang="zh-CN" dirty="0"/>
              <a:t>1&gt;</a:t>
            </a:r>
            <a:r>
              <a:rPr lang="zh-CN" altLang="en-US" dirty="0"/>
              <a:t>，</a:t>
            </a:r>
            <a:r>
              <a:rPr lang="en-US" altLang="zh-CN" dirty="0"/>
              <a:t>&lt;</a:t>
            </a:r>
            <a:r>
              <a:rPr lang="zh-CN" altLang="en-US" dirty="0"/>
              <a:t>标签</a:t>
            </a:r>
            <a:r>
              <a:rPr lang="en-US" altLang="zh-CN" dirty="0"/>
              <a:t>2&gt;…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FC64B4-288E-C7A6-C0F6-9BB8DCCEC7CA}"/>
              </a:ext>
            </a:extLst>
          </p:cNvPr>
          <p:cNvSpPr txBox="1"/>
          <p:nvPr/>
        </p:nvSpPr>
        <p:spPr>
          <a:xfrm>
            <a:off x="4616226" y="10683856"/>
            <a:ext cx="76815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+0.5</a:t>
            </a:r>
            <a:endParaRPr lang="zh-CN" altLang="en-US" sz="2400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AA4DF60-6A94-2E33-90F1-EBACE0ADCC70}"/>
              </a:ext>
            </a:extLst>
          </p:cNvPr>
          <p:cNvGrpSpPr/>
          <p:nvPr/>
        </p:nvGrpSpPr>
        <p:grpSpPr>
          <a:xfrm>
            <a:off x="5441909" y="10609064"/>
            <a:ext cx="402193" cy="225738"/>
            <a:chOff x="6017396" y="10730754"/>
            <a:chExt cx="402193" cy="225738"/>
          </a:xfrm>
        </p:grpSpPr>
        <p:sp>
          <p:nvSpPr>
            <p:cNvPr id="22" name="流程图: 过程 21">
              <a:extLst>
                <a:ext uri="{FF2B5EF4-FFF2-40B4-BE49-F238E27FC236}">
                  <a16:creationId xmlns:a16="http://schemas.microsoft.com/office/drawing/2014/main" id="{5E0DCC28-0579-368F-B05D-AF397735A424}"/>
                </a:ext>
              </a:extLst>
            </p:cNvPr>
            <p:cNvSpPr/>
            <p:nvPr/>
          </p:nvSpPr>
          <p:spPr>
            <a:xfrm>
              <a:off x="6017396" y="10730754"/>
              <a:ext cx="402193" cy="225738"/>
            </a:xfrm>
            <a:prstGeom prst="flowChartProcess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74650E78-D0AC-3796-1BAF-F7CB6D705060}"/>
                </a:ext>
              </a:extLst>
            </p:cNvPr>
            <p:cNvSpPr/>
            <p:nvPr/>
          </p:nvSpPr>
          <p:spPr>
            <a:xfrm>
              <a:off x="6153411" y="10805546"/>
              <a:ext cx="141556" cy="95287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5F92023-91CD-8512-DB67-1D1A15D9231A}"/>
              </a:ext>
            </a:extLst>
          </p:cNvPr>
          <p:cNvGrpSpPr/>
          <p:nvPr/>
        </p:nvGrpSpPr>
        <p:grpSpPr>
          <a:xfrm rot="10800000">
            <a:off x="5441909" y="10971275"/>
            <a:ext cx="402193" cy="225738"/>
            <a:chOff x="6017396" y="10730754"/>
            <a:chExt cx="402193" cy="225738"/>
          </a:xfrm>
        </p:grpSpPr>
        <p:sp>
          <p:nvSpPr>
            <p:cNvPr id="28" name="流程图: 过程 27">
              <a:extLst>
                <a:ext uri="{FF2B5EF4-FFF2-40B4-BE49-F238E27FC236}">
                  <a16:creationId xmlns:a16="http://schemas.microsoft.com/office/drawing/2014/main" id="{AC0A466D-5A68-54DF-528B-08A1234325B9}"/>
                </a:ext>
              </a:extLst>
            </p:cNvPr>
            <p:cNvSpPr/>
            <p:nvPr/>
          </p:nvSpPr>
          <p:spPr>
            <a:xfrm>
              <a:off x="6017396" y="10730754"/>
              <a:ext cx="402193" cy="225738"/>
            </a:xfrm>
            <a:prstGeom prst="flowChartProcess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C7A8D56E-0ED7-817B-2FAA-4632A717B161}"/>
                </a:ext>
              </a:extLst>
            </p:cNvPr>
            <p:cNvSpPr/>
            <p:nvPr/>
          </p:nvSpPr>
          <p:spPr>
            <a:xfrm>
              <a:off x="6153411" y="10805546"/>
              <a:ext cx="141556" cy="95287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5" name="图形 34" descr="铅笔 纯色填充">
            <a:extLst>
              <a:ext uri="{FF2B5EF4-FFF2-40B4-BE49-F238E27FC236}">
                <a16:creationId xmlns:a16="http://schemas.microsoft.com/office/drawing/2014/main" id="{144F504E-A593-7939-4A86-5C529C02825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50582" y="10696635"/>
            <a:ext cx="400725" cy="4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459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D96612C-F02C-037D-808F-78D9AC3067D0}"/>
              </a:ext>
            </a:extLst>
          </p:cNvPr>
          <p:cNvSpPr/>
          <p:nvPr/>
        </p:nvSpPr>
        <p:spPr>
          <a:xfrm>
            <a:off x="-1268261" y="1252602"/>
            <a:ext cx="4885151" cy="841749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4E2854-67BE-957A-5F71-58C1DCF552AE}"/>
              </a:ext>
            </a:extLst>
          </p:cNvPr>
          <p:cNvSpPr txBox="1"/>
          <p:nvPr/>
        </p:nvSpPr>
        <p:spPr>
          <a:xfrm>
            <a:off x="-931805" y="1615764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名称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7A569F-F3C1-9948-5CE5-8E62B2BD5BC6}"/>
              </a:ext>
            </a:extLst>
          </p:cNvPr>
          <p:cNvSpPr/>
          <p:nvPr/>
        </p:nvSpPr>
        <p:spPr>
          <a:xfrm>
            <a:off x="49554" y="1580818"/>
            <a:ext cx="3078820" cy="5987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46F247-AA97-D97D-FCB0-B73EFDEDEAB0}"/>
              </a:ext>
            </a:extLst>
          </p:cNvPr>
          <p:cNvSpPr txBox="1"/>
          <p:nvPr/>
        </p:nvSpPr>
        <p:spPr>
          <a:xfrm>
            <a:off x="-931805" y="3177925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单位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744A54-8F03-3067-FBA4-F99D7FE98FC8}"/>
              </a:ext>
            </a:extLst>
          </p:cNvPr>
          <p:cNvSpPr/>
          <p:nvPr/>
        </p:nvSpPr>
        <p:spPr>
          <a:xfrm>
            <a:off x="49554" y="3142979"/>
            <a:ext cx="3078820" cy="5987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FB5E78-47ED-D05D-A7AD-BB411EDC77EF}"/>
              </a:ext>
            </a:extLst>
          </p:cNvPr>
          <p:cNvSpPr txBox="1"/>
          <p:nvPr/>
        </p:nvSpPr>
        <p:spPr>
          <a:xfrm>
            <a:off x="-931805" y="2420345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位置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426C00-ACD0-113B-C922-7F60A94B86B3}"/>
              </a:ext>
            </a:extLst>
          </p:cNvPr>
          <p:cNvSpPr/>
          <p:nvPr/>
        </p:nvSpPr>
        <p:spPr>
          <a:xfrm>
            <a:off x="49554" y="2385399"/>
            <a:ext cx="3078820" cy="5987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62E3CC-2B6C-4187-1E2C-C786A1931B99}"/>
              </a:ext>
            </a:extLst>
          </p:cNvPr>
          <p:cNvSpPr txBox="1"/>
          <p:nvPr/>
        </p:nvSpPr>
        <p:spPr>
          <a:xfrm>
            <a:off x="-931805" y="5194033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备注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998432-1E1F-08E9-1850-0088DDF50C3E}"/>
              </a:ext>
            </a:extLst>
          </p:cNvPr>
          <p:cNvSpPr/>
          <p:nvPr/>
        </p:nvSpPr>
        <p:spPr>
          <a:xfrm>
            <a:off x="49554" y="5159087"/>
            <a:ext cx="3078820" cy="5987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F5DFF0B-205F-1610-4D41-2C1450C00FBA}"/>
              </a:ext>
            </a:extLst>
          </p:cNvPr>
          <p:cNvCxnSpPr/>
          <p:nvPr/>
        </p:nvCxnSpPr>
        <p:spPr>
          <a:xfrm>
            <a:off x="-1067844" y="4794710"/>
            <a:ext cx="44592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A5F93DE-D6D6-21D0-61C4-19742F95C5BA}"/>
              </a:ext>
            </a:extLst>
          </p:cNvPr>
          <p:cNvSpPr txBox="1"/>
          <p:nvPr/>
        </p:nvSpPr>
        <p:spPr>
          <a:xfrm>
            <a:off x="-931805" y="6078384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标签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A2F490-78D6-3089-443D-6420315A8854}"/>
              </a:ext>
            </a:extLst>
          </p:cNvPr>
          <p:cNvSpPr/>
          <p:nvPr/>
        </p:nvSpPr>
        <p:spPr>
          <a:xfrm>
            <a:off x="49554" y="6043437"/>
            <a:ext cx="3078820" cy="1156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475D2C8-4771-E98C-7846-1824553E9AC6}"/>
              </a:ext>
            </a:extLst>
          </p:cNvPr>
          <p:cNvSpPr txBox="1"/>
          <p:nvPr/>
        </p:nvSpPr>
        <p:spPr>
          <a:xfrm>
            <a:off x="-931805" y="7509357"/>
            <a:ext cx="981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检查周期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40C1C4-5E4A-5097-67D0-239BDD2193C2}"/>
              </a:ext>
            </a:extLst>
          </p:cNvPr>
          <p:cNvSpPr/>
          <p:nvPr/>
        </p:nvSpPr>
        <p:spPr>
          <a:xfrm>
            <a:off x="49554" y="7474411"/>
            <a:ext cx="3078820" cy="694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EEC52EC-3FB8-5AFD-E4DA-E9E3C997DB0C}"/>
              </a:ext>
            </a:extLst>
          </p:cNvPr>
          <p:cNvSpPr/>
          <p:nvPr/>
        </p:nvSpPr>
        <p:spPr>
          <a:xfrm>
            <a:off x="-931805" y="8754576"/>
            <a:ext cx="2042962" cy="548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创建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636FC9B-B329-AB2B-10A0-219A3B11F129}"/>
              </a:ext>
            </a:extLst>
          </p:cNvPr>
          <p:cNvSpPr/>
          <p:nvPr/>
        </p:nvSpPr>
        <p:spPr>
          <a:xfrm>
            <a:off x="1342542" y="8754576"/>
            <a:ext cx="2042962" cy="548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取消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2A0B2D-1BFB-54A1-FD0B-9F7C78FA829D}"/>
              </a:ext>
            </a:extLst>
          </p:cNvPr>
          <p:cNvSpPr txBox="1"/>
          <p:nvPr/>
        </p:nvSpPr>
        <p:spPr>
          <a:xfrm>
            <a:off x="-931805" y="3892219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34BC4-5AA7-8363-7ABB-550F5AFC9925}"/>
              </a:ext>
            </a:extLst>
          </p:cNvPr>
          <p:cNvSpPr/>
          <p:nvPr/>
        </p:nvSpPr>
        <p:spPr>
          <a:xfrm>
            <a:off x="49554" y="3857273"/>
            <a:ext cx="3078820" cy="5987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FD654B-F627-0EE1-A755-A029906160E8}"/>
              </a:ext>
            </a:extLst>
          </p:cNvPr>
          <p:cNvSpPr/>
          <p:nvPr/>
        </p:nvSpPr>
        <p:spPr>
          <a:xfrm>
            <a:off x="3817307" y="1974451"/>
            <a:ext cx="4885151" cy="63692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67E00A7-73B9-3A4E-89ED-A423AC8BEE08}"/>
              </a:ext>
            </a:extLst>
          </p:cNvPr>
          <p:cNvSpPr txBox="1"/>
          <p:nvPr/>
        </p:nvSpPr>
        <p:spPr>
          <a:xfrm>
            <a:off x="4153763" y="3277766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备注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39699BF-1689-AA70-BCBC-A78760B1E14B}"/>
              </a:ext>
            </a:extLst>
          </p:cNvPr>
          <p:cNvSpPr/>
          <p:nvPr/>
        </p:nvSpPr>
        <p:spPr>
          <a:xfrm>
            <a:off x="5135122" y="3242820"/>
            <a:ext cx="3078820" cy="5987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84C55DD-60BA-BEB8-B6A0-920377538B02}"/>
              </a:ext>
            </a:extLst>
          </p:cNvPr>
          <p:cNvCxnSpPr/>
          <p:nvPr/>
        </p:nvCxnSpPr>
        <p:spPr>
          <a:xfrm>
            <a:off x="4017724" y="2878443"/>
            <a:ext cx="44592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4CCE72C-0606-CDB8-5A3E-2D0F7ED4C095}"/>
              </a:ext>
            </a:extLst>
          </p:cNvPr>
          <p:cNvSpPr txBox="1"/>
          <p:nvPr/>
        </p:nvSpPr>
        <p:spPr>
          <a:xfrm>
            <a:off x="4153763" y="4162117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标签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49C6DD-02C8-8A05-B2FE-C1E4B82F7665}"/>
              </a:ext>
            </a:extLst>
          </p:cNvPr>
          <p:cNvSpPr/>
          <p:nvPr/>
        </p:nvSpPr>
        <p:spPr>
          <a:xfrm>
            <a:off x="5135122" y="4127170"/>
            <a:ext cx="3078820" cy="11562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A1C5CB8-2554-B154-B5CC-B17C7456E0AD}"/>
              </a:ext>
            </a:extLst>
          </p:cNvPr>
          <p:cNvSpPr txBox="1"/>
          <p:nvPr/>
        </p:nvSpPr>
        <p:spPr>
          <a:xfrm>
            <a:off x="4153763" y="5593090"/>
            <a:ext cx="981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检查周期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5AF1445-B0A9-7DD4-C333-1529731392E7}"/>
              </a:ext>
            </a:extLst>
          </p:cNvPr>
          <p:cNvSpPr/>
          <p:nvPr/>
        </p:nvSpPr>
        <p:spPr>
          <a:xfrm>
            <a:off x="5135122" y="5558144"/>
            <a:ext cx="3078820" cy="694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5171A35-7C57-023B-371D-29808FA45514}"/>
              </a:ext>
            </a:extLst>
          </p:cNvPr>
          <p:cNvSpPr/>
          <p:nvPr/>
        </p:nvSpPr>
        <p:spPr>
          <a:xfrm>
            <a:off x="4153763" y="6838309"/>
            <a:ext cx="2042962" cy="548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更新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13FB8E0-3DC2-A7F7-C5AE-A899B3D669ED}"/>
              </a:ext>
            </a:extLst>
          </p:cNvPr>
          <p:cNvSpPr/>
          <p:nvPr/>
        </p:nvSpPr>
        <p:spPr>
          <a:xfrm>
            <a:off x="6428110" y="6838309"/>
            <a:ext cx="2042962" cy="548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取消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565790E-57E8-3C0E-A0EB-D630D150653A}"/>
              </a:ext>
            </a:extLst>
          </p:cNvPr>
          <p:cNvSpPr/>
          <p:nvPr/>
        </p:nvSpPr>
        <p:spPr>
          <a:xfrm>
            <a:off x="4153762" y="7571813"/>
            <a:ext cx="4317309" cy="548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删除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1F615E6-8569-851E-C4F3-0A1CB4ADE91E}"/>
              </a:ext>
            </a:extLst>
          </p:cNvPr>
          <p:cNvSpPr txBox="1"/>
          <p:nvPr/>
        </p:nvSpPr>
        <p:spPr>
          <a:xfrm>
            <a:off x="4554593" y="2228723"/>
            <a:ext cx="3515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物品名称 </a:t>
            </a:r>
            <a:r>
              <a:rPr lang="en-US" altLang="zh-CN" sz="2400" dirty="0"/>
              <a:t>&lt;</a:t>
            </a:r>
            <a:r>
              <a:rPr lang="zh-CN" altLang="en-US" sz="2400" dirty="0"/>
              <a:t>单位</a:t>
            </a:r>
            <a:r>
              <a:rPr lang="en-US" altLang="zh-CN" sz="2400" dirty="0"/>
              <a:t>&gt; &lt;</a:t>
            </a:r>
            <a:r>
              <a:rPr lang="zh-CN" altLang="en-US" sz="2400" dirty="0"/>
              <a:t>位置</a:t>
            </a:r>
            <a:r>
              <a:rPr lang="en-US" altLang="zh-CN" sz="2400" dirty="0"/>
              <a:t>&gt;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3915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1F953ED3-2190-795B-0248-A6C1AC880113}"/>
              </a:ext>
            </a:extLst>
          </p:cNvPr>
          <p:cNvSpPr/>
          <p:nvPr/>
        </p:nvSpPr>
        <p:spPr>
          <a:xfrm>
            <a:off x="704589" y="1252604"/>
            <a:ext cx="5448822" cy="94070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06FD4D-F1A0-AFD7-2590-A2C287A76129}"/>
              </a:ext>
            </a:extLst>
          </p:cNvPr>
          <p:cNvSpPr txBox="1"/>
          <p:nvPr/>
        </p:nvSpPr>
        <p:spPr>
          <a:xfrm>
            <a:off x="1200752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主页</a:t>
            </a:r>
          </a:p>
        </p:txBody>
      </p:sp>
      <p:pic>
        <p:nvPicPr>
          <p:cNvPr id="7" name="图形 6" descr="主页 纯色填充">
            <a:extLst>
              <a:ext uri="{FF2B5EF4-FFF2-40B4-BE49-F238E27FC236}">
                <a16:creationId xmlns:a16="http://schemas.microsoft.com/office/drawing/2014/main" id="{E52D55F0-BA14-88EA-CCD2-8C9C5E71F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1629" y="9577364"/>
            <a:ext cx="540000" cy="540000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1C49135-CBE6-D5B2-3187-AEBF8F9A2AF6}"/>
              </a:ext>
            </a:extLst>
          </p:cNvPr>
          <p:cNvCxnSpPr/>
          <p:nvPr/>
        </p:nvCxnSpPr>
        <p:spPr>
          <a:xfrm>
            <a:off x="704589" y="9310064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287F988-E483-9134-AD40-2586C5F014AD}"/>
              </a:ext>
            </a:extLst>
          </p:cNvPr>
          <p:cNvSpPr txBox="1"/>
          <p:nvPr/>
        </p:nvSpPr>
        <p:spPr>
          <a:xfrm>
            <a:off x="4950040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我的</a:t>
            </a:r>
          </a:p>
        </p:txBody>
      </p:sp>
      <p:pic>
        <p:nvPicPr>
          <p:cNvPr id="12" name="图形 11" descr="用户 纯色填充">
            <a:extLst>
              <a:ext uri="{FF2B5EF4-FFF2-40B4-BE49-F238E27FC236}">
                <a16:creationId xmlns:a16="http://schemas.microsoft.com/office/drawing/2014/main" id="{05A785BF-C038-ADB0-446A-700D0B4685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3205" y="9577364"/>
            <a:ext cx="540000" cy="5400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8F8134B-C716-52F9-D2C8-3ABED8241797}"/>
              </a:ext>
            </a:extLst>
          </p:cNvPr>
          <p:cNvSpPr txBox="1"/>
          <p:nvPr/>
        </p:nvSpPr>
        <p:spPr>
          <a:xfrm>
            <a:off x="2450515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物品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9DAEB1-ACFC-ABE2-F374-3ED8246B4097}"/>
              </a:ext>
            </a:extLst>
          </p:cNvPr>
          <p:cNvSpPr txBox="1"/>
          <p:nvPr/>
        </p:nvSpPr>
        <p:spPr>
          <a:xfrm>
            <a:off x="3700278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草稿</a:t>
            </a:r>
          </a:p>
        </p:txBody>
      </p:sp>
      <p:pic>
        <p:nvPicPr>
          <p:cNvPr id="16" name="图形 15" descr="苹果色 纯色填充">
            <a:extLst>
              <a:ext uri="{FF2B5EF4-FFF2-40B4-BE49-F238E27FC236}">
                <a16:creationId xmlns:a16="http://schemas.microsoft.com/office/drawing/2014/main" id="{11355720-A42E-D432-5BC4-00B921F205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03679" y="9577364"/>
            <a:ext cx="540000" cy="54000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D1739CB-532E-D7CF-6D59-589005356337}"/>
              </a:ext>
            </a:extLst>
          </p:cNvPr>
          <p:cNvCxnSpPr/>
          <p:nvPr/>
        </p:nvCxnSpPr>
        <p:spPr>
          <a:xfrm>
            <a:off x="704589" y="2195281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图形 18" descr="文档 纯色填充">
            <a:extLst>
              <a:ext uri="{FF2B5EF4-FFF2-40B4-BE49-F238E27FC236}">
                <a16:creationId xmlns:a16="http://schemas.microsoft.com/office/drawing/2014/main" id="{7BDEF109-3D65-E713-D83A-EFCE961BA4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45729" y="9577364"/>
            <a:ext cx="540000" cy="54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0AAE50C-8A06-B0F0-2795-1CEB91C34BF0}"/>
              </a:ext>
            </a:extLst>
          </p:cNvPr>
          <p:cNvSpPr txBox="1"/>
          <p:nvPr/>
        </p:nvSpPr>
        <p:spPr>
          <a:xfrm>
            <a:off x="2977594" y="144369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物品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E947A2-42DA-9004-0A8A-5F76F83D09EC}"/>
              </a:ext>
            </a:extLst>
          </p:cNvPr>
          <p:cNvSpPr/>
          <p:nvPr/>
        </p:nvSpPr>
        <p:spPr>
          <a:xfrm>
            <a:off x="1014608" y="3840562"/>
            <a:ext cx="4885151" cy="9932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FCFDA82-6658-774E-2D32-39862B5FF4DE}"/>
              </a:ext>
            </a:extLst>
          </p:cNvPr>
          <p:cNvSpPr txBox="1"/>
          <p:nvPr/>
        </p:nvSpPr>
        <p:spPr>
          <a:xfrm>
            <a:off x="1200752" y="4146022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</a:t>
            </a:r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37E8C56-4AF7-B3E2-211E-F96588FA15C4}"/>
              </a:ext>
            </a:extLst>
          </p:cNvPr>
          <p:cNvSpPr txBox="1"/>
          <p:nvPr/>
        </p:nvSpPr>
        <p:spPr>
          <a:xfrm>
            <a:off x="5086284" y="4146022"/>
            <a:ext cx="60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</a:t>
            </a:r>
            <a:endParaRPr lang="zh-CN" altLang="en-US" sz="24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41CAD5-B9BE-033C-ACF6-18E400A0A9EC}"/>
              </a:ext>
            </a:extLst>
          </p:cNvPr>
          <p:cNvSpPr/>
          <p:nvPr/>
        </p:nvSpPr>
        <p:spPr>
          <a:xfrm>
            <a:off x="1014608" y="5058090"/>
            <a:ext cx="4885151" cy="9932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F0483A3-2B0F-B521-30AE-458454E1CC1F}"/>
              </a:ext>
            </a:extLst>
          </p:cNvPr>
          <p:cNvSpPr txBox="1"/>
          <p:nvPr/>
        </p:nvSpPr>
        <p:spPr>
          <a:xfrm>
            <a:off x="1200752" y="5363550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</a:t>
            </a:r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B8B2D03-BFD2-F8FD-364A-C076BD42C275}"/>
              </a:ext>
            </a:extLst>
          </p:cNvPr>
          <p:cNvSpPr txBox="1"/>
          <p:nvPr/>
        </p:nvSpPr>
        <p:spPr>
          <a:xfrm>
            <a:off x="4331624" y="536355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1.0 -&gt; 4.0</a:t>
            </a:r>
            <a:endParaRPr lang="zh-CN" altLang="en-US" sz="2400" dirty="0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7954B15-CCC1-3681-9028-3713B3DC5CF7}"/>
              </a:ext>
            </a:extLst>
          </p:cNvPr>
          <p:cNvCxnSpPr/>
          <p:nvPr/>
        </p:nvCxnSpPr>
        <p:spPr>
          <a:xfrm>
            <a:off x="704589" y="3573262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加号 37">
            <a:extLst>
              <a:ext uri="{FF2B5EF4-FFF2-40B4-BE49-F238E27FC236}">
                <a16:creationId xmlns:a16="http://schemas.microsoft.com/office/drawing/2014/main" id="{B60A7174-0284-72B7-8CAC-19473045D98B}"/>
              </a:ext>
            </a:extLst>
          </p:cNvPr>
          <p:cNvSpPr/>
          <p:nvPr/>
        </p:nvSpPr>
        <p:spPr>
          <a:xfrm>
            <a:off x="5477396" y="2919272"/>
            <a:ext cx="540000" cy="54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AAE6EF9-A0A1-1963-2C1F-E3FCB0171C72}"/>
              </a:ext>
            </a:extLst>
          </p:cNvPr>
          <p:cNvSpPr txBox="1"/>
          <p:nvPr/>
        </p:nvSpPr>
        <p:spPr>
          <a:xfrm>
            <a:off x="994390" y="2982881"/>
            <a:ext cx="852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食物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7F97C5B-F137-9900-F4C2-86DBAC571D92}"/>
              </a:ext>
            </a:extLst>
          </p:cNvPr>
          <p:cNvSpPr txBox="1"/>
          <p:nvPr/>
        </p:nvSpPr>
        <p:spPr>
          <a:xfrm>
            <a:off x="2124901" y="2982881"/>
            <a:ext cx="852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家具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E93BD9A-4389-64AD-3A40-D7BDED8E8443}"/>
              </a:ext>
            </a:extLst>
          </p:cNvPr>
          <p:cNvSpPr txBox="1"/>
          <p:nvPr/>
        </p:nvSpPr>
        <p:spPr>
          <a:xfrm>
            <a:off x="3163036" y="2982881"/>
            <a:ext cx="852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工具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2F5E6D7-B152-B4F0-323E-9B1E01DD792F}"/>
              </a:ext>
            </a:extLst>
          </p:cNvPr>
          <p:cNvSpPr txBox="1"/>
          <p:nvPr/>
        </p:nvSpPr>
        <p:spPr>
          <a:xfrm>
            <a:off x="994390" y="2348262"/>
            <a:ext cx="852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厨房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17328C1-BAEB-BAC7-B1F4-FD6D887F31CB}"/>
              </a:ext>
            </a:extLst>
          </p:cNvPr>
          <p:cNvSpPr txBox="1"/>
          <p:nvPr/>
        </p:nvSpPr>
        <p:spPr>
          <a:xfrm>
            <a:off x="2124900" y="2348262"/>
            <a:ext cx="1130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卫生间</a:t>
            </a:r>
          </a:p>
        </p:txBody>
      </p:sp>
      <p:sp>
        <p:nvSpPr>
          <p:cNvPr id="3" name="加号 2">
            <a:extLst>
              <a:ext uri="{FF2B5EF4-FFF2-40B4-BE49-F238E27FC236}">
                <a16:creationId xmlns:a16="http://schemas.microsoft.com/office/drawing/2014/main" id="{1CB045E4-8811-5E9A-7B94-46262AB6F87A}"/>
              </a:ext>
            </a:extLst>
          </p:cNvPr>
          <p:cNvSpPr/>
          <p:nvPr/>
        </p:nvSpPr>
        <p:spPr>
          <a:xfrm>
            <a:off x="5094963" y="1453943"/>
            <a:ext cx="540000" cy="540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12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5EEABA-E5B9-A6B2-27CE-52A6ECCEAF1C}"/>
              </a:ext>
            </a:extLst>
          </p:cNvPr>
          <p:cNvSpPr/>
          <p:nvPr/>
        </p:nvSpPr>
        <p:spPr>
          <a:xfrm>
            <a:off x="986424" y="1588428"/>
            <a:ext cx="4885151" cy="9932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268127-E6AB-71CE-301F-5413ABCFDAB4}"/>
              </a:ext>
            </a:extLst>
          </p:cNvPr>
          <p:cNvSpPr txBox="1"/>
          <p:nvPr/>
        </p:nvSpPr>
        <p:spPr>
          <a:xfrm>
            <a:off x="1786951" y="1727464"/>
            <a:ext cx="2364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牛奶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A95A86-0BB0-9E72-07C3-507494704480}"/>
              </a:ext>
            </a:extLst>
          </p:cNvPr>
          <p:cNvSpPr txBox="1"/>
          <p:nvPr/>
        </p:nvSpPr>
        <p:spPr>
          <a:xfrm>
            <a:off x="4482367" y="1893888"/>
            <a:ext cx="1175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 (+2)</a:t>
            </a:r>
            <a:endParaRPr lang="zh-CN" altLang="en-US" sz="2400" dirty="0"/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CB3E3DEF-6262-E770-13C2-B5F3F296EC7B}"/>
              </a:ext>
            </a:extLst>
          </p:cNvPr>
          <p:cNvSpPr/>
          <p:nvPr/>
        </p:nvSpPr>
        <p:spPr>
          <a:xfrm rot="5400000">
            <a:off x="1266943" y="1958297"/>
            <a:ext cx="332845" cy="332845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A94A86-F483-DB46-0F2D-685931D26CD0}"/>
              </a:ext>
            </a:extLst>
          </p:cNvPr>
          <p:cNvSpPr/>
          <p:nvPr/>
        </p:nvSpPr>
        <p:spPr>
          <a:xfrm>
            <a:off x="986424" y="3349494"/>
            <a:ext cx="4885151" cy="62136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C397DF-2D76-1D3F-2AE2-CA982AD6B2B1}"/>
              </a:ext>
            </a:extLst>
          </p:cNvPr>
          <p:cNvSpPr txBox="1"/>
          <p:nvPr/>
        </p:nvSpPr>
        <p:spPr>
          <a:xfrm>
            <a:off x="1753036" y="3615273"/>
            <a:ext cx="85469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牛奶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8DCA46-FE6E-18F4-4F1F-658D69362EC5}"/>
              </a:ext>
            </a:extLst>
          </p:cNvPr>
          <p:cNvSpPr txBox="1"/>
          <p:nvPr/>
        </p:nvSpPr>
        <p:spPr>
          <a:xfrm>
            <a:off x="4482367" y="3654955"/>
            <a:ext cx="1175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 (+2)</a:t>
            </a:r>
            <a:endParaRPr lang="zh-CN" altLang="en-US" sz="2400" dirty="0"/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D6642F66-DDFF-A1B1-3099-0A93C91F827F}"/>
              </a:ext>
            </a:extLst>
          </p:cNvPr>
          <p:cNvSpPr/>
          <p:nvPr/>
        </p:nvSpPr>
        <p:spPr>
          <a:xfrm rot="5400000">
            <a:off x="1266943" y="3719364"/>
            <a:ext cx="332845" cy="332845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0FDEF2-45EC-8CE9-ED3B-CAD58DE4DF86}"/>
              </a:ext>
            </a:extLst>
          </p:cNvPr>
          <p:cNvSpPr txBox="1"/>
          <p:nvPr/>
        </p:nvSpPr>
        <p:spPr>
          <a:xfrm>
            <a:off x="1818231" y="2124719"/>
            <a:ext cx="1164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瓶 </a:t>
            </a:r>
            <a:r>
              <a:rPr lang="en-US" altLang="zh-CN" sz="1800" dirty="0"/>
              <a:t>- </a:t>
            </a:r>
            <a:r>
              <a:rPr lang="zh-CN" altLang="en-US" sz="1800" dirty="0"/>
              <a:t>冰箱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02FBE6-E5DE-6337-8F0A-633319522EAA}"/>
              </a:ext>
            </a:extLst>
          </p:cNvPr>
          <p:cNvSpPr txBox="1"/>
          <p:nvPr/>
        </p:nvSpPr>
        <p:spPr>
          <a:xfrm>
            <a:off x="2114597" y="5186212"/>
            <a:ext cx="85469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C822CD-CD7A-4475-2AF2-62BD64ED49DE}"/>
              </a:ext>
            </a:extLst>
          </p:cNvPr>
          <p:cNvSpPr txBox="1"/>
          <p:nvPr/>
        </p:nvSpPr>
        <p:spPr>
          <a:xfrm>
            <a:off x="4482367" y="5186212"/>
            <a:ext cx="85469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冰箱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3F2AC8-084A-5BA9-66AF-BE2B1DB8E3AD}"/>
              </a:ext>
            </a:extLst>
          </p:cNvPr>
          <p:cNvSpPr txBox="1"/>
          <p:nvPr/>
        </p:nvSpPr>
        <p:spPr>
          <a:xfrm>
            <a:off x="1262724" y="5186211"/>
            <a:ext cx="851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单位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115582-A344-0174-5D0E-D8AA04026355}"/>
              </a:ext>
            </a:extLst>
          </p:cNvPr>
          <p:cNvSpPr txBox="1"/>
          <p:nvPr/>
        </p:nvSpPr>
        <p:spPr>
          <a:xfrm>
            <a:off x="3521919" y="5186211"/>
            <a:ext cx="851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位置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688ED00-93BE-B701-3356-9BF5297DD8CF}"/>
              </a:ext>
            </a:extLst>
          </p:cNvPr>
          <p:cNvSpPr txBox="1"/>
          <p:nvPr/>
        </p:nvSpPr>
        <p:spPr>
          <a:xfrm>
            <a:off x="2659091" y="4262366"/>
            <a:ext cx="60305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3.0</a:t>
            </a:r>
            <a:endParaRPr lang="zh-CN" altLang="en-US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654FE04-52E9-1CFD-7621-F0FFC6AE7FF0}"/>
              </a:ext>
            </a:extLst>
          </p:cNvPr>
          <p:cNvSpPr txBox="1"/>
          <p:nvPr/>
        </p:nvSpPr>
        <p:spPr>
          <a:xfrm>
            <a:off x="1262724" y="4283762"/>
            <a:ext cx="851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B989F1A-A13D-407E-800E-BEB5C5093E5C}"/>
              </a:ext>
            </a:extLst>
          </p:cNvPr>
          <p:cNvSpPr txBox="1"/>
          <p:nvPr/>
        </p:nvSpPr>
        <p:spPr>
          <a:xfrm>
            <a:off x="2114597" y="4262366"/>
            <a:ext cx="288862" cy="461665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-</a:t>
            </a:r>
            <a:endParaRPr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D9B6D9-D1E2-C863-996D-6400509E42F6}"/>
              </a:ext>
            </a:extLst>
          </p:cNvPr>
          <p:cNvSpPr txBox="1"/>
          <p:nvPr/>
        </p:nvSpPr>
        <p:spPr>
          <a:xfrm>
            <a:off x="3517773" y="4262366"/>
            <a:ext cx="349776" cy="461665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+</a:t>
            </a:r>
            <a:endParaRPr lang="zh-CN" altLang="en-US" sz="2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C62EA1-F161-BB91-0663-ACC32C8C61EE}"/>
              </a:ext>
            </a:extLst>
          </p:cNvPr>
          <p:cNvSpPr txBox="1"/>
          <p:nvPr/>
        </p:nvSpPr>
        <p:spPr>
          <a:xfrm>
            <a:off x="4104766" y="4262366"/>
            <a:ext cx="102603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提交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9AF00B-117B-971C-45CA-528A2DF81B02}"/>
              </a:ext>
            </a:extLst>
          </p:cNvPr>
          <p:cNvSpPr txBox="1"/>
          <p:nvPr/>
        </p:nvSpPr>
        <p:spPr>
          <a:xfrm>
            <a:off x="1262724" y="5807511"/>
            <a:ext cx="429987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标签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2563640-CF02-96E0-54AD-49C6F899774C}"/>
              </a:ext>
            </a:extLst>
          </p:cNvPr>
          <p:cNvSpPr txBox="1"/>
          <p:nvPr/>
        </p:nvSpPr>
        <p:spPr>
          <a:xfrm>
            <a:off x="1262724" y="7502412"/>
            <a:ext cx="429987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备注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86B5559-9B21-8513-7018-0033ED9CF222}"/>
              </a:ext>
            </a:extLst>
          </p:cNvPr>
          <p:cNvSpPr txBox="1"/>
          <p:nvPr/>
        </p:nvSpPr>
        <p:spPr>
          <a:xfrm>
            <a:off x="1262724" y="6376562"/>
            <a:ext cx="1463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补货阈值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C15FFFE-5D2B-48E2-B577-DC92A1B60139}"/>
              </a:ext>
            </a:extLst>
          </p:cNvPr>
          <p:cNvSpPr txBox="1"/>
          <p:nvPr/>
        </p:nvSpPr>
        <p:spPr>
          <a:xfrm>
            <a:off x="1262724" y="6906726"/>
            <a:ext cx="1463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检查周期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92F079-469F-4D94-D68A-519CCF5A0E6A}"/>
              </a:ext>
            </a:extLst>
          </p:cNvPr>
          <p:cNvSpPr txBox="1"/>
          <p:nvPr/>
        </p:nvSpPr>
        <p:spPr>
          <a:xfrm>
            <a:off x="2661692" y="6376562"/>
            <a:ext cx="290090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选择式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0C1DFC3-EA62-7A44-D8CE-2E8C486E665C}"/>
              </a:ext>
            </a:extLst>
          </p:cNvPr>
          <p:cNvSpPr txBox="1"/>
          <p:nvPr/>
        </p:nvSpPr>
        <p:spPr>
          <a:xfrm>
            <a:off x="2661692" y="6916644"/>
            <a:ext cx="290090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选择式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50A71DD-B804-2B85-DBF2-42CB5AF76874}"/>
              </a:ext>
            </a:extLst>
          </p:cNvPr>
          <p:cNvSpPr txBox="1"/>
          <p:nvPr/>
        </p:nvSpPr>
        <p:spPr>
          <a:xfrm>
            <a:off x="1866790" y="8881301"/>
            <a:ext cx="102603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更新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927A1F5-EED2-B90B-9441-78F63AAE0439}"/>
              </a:ext>
            </a:extLst>
          </p:cNvPr>
          <p:cNvSpPr txBox="1"/>
          <p:nvPr/>
        </p:nvSpPr>
        <p:spPr>
          <a:xfrm>
            <a:off x="3860775" y="8881301"/>
            <a:ext cx="102603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1056439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1F953ED3-2190-795B-0248-A6C1AC880113}"/>
              </a:ext>
            </a:extLst>
          </p:cNvPr>
          <p:cNvSpPr/>
          <p:nvPr/>
        </p:nvSpPr>
        <p:spPr>
          <a:xfrm>
            <a:off x="704589" y="1252604"/>
            <a:ext cx="5448822" cy="94070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06FD4D-F1A0-AFD7-2590-A2C287A76129}"/>
              </a:ext>
            </a:extLst>
          </p:cNvPr>
          <p:cNvSpPr txBox="1"/>
          <p:nvPr/>
        </p:nvSpPr>
        <p:spPr>
          <a:xfrm>
            <a:off x="1200752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主页</a:t>
            </a:r>
          </a:p>
        </p:txBody>
      </p:sp>
      <p:pic>
        <p:nvPicPr>
          <p:cNvPr id="7" name="图形 6" descr="主页 纯色填充">
            <a:extLst>
              <a:ext uri="{FF2B5EF4-FFF2-40B4-BE49-F238E27FC236}">
                <a16:creationId xmlns:a16="http://schemas.microsoft.com/office/drawing/2014/main" id="{E52D55F0-BA14-88EA-CCD2-8C9C5E71F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1629" y="9577364"/>
            <a:ext cx="540000" cy="540000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1C49135-CBE6-D5B2-3187-AEBF8F9A2AF6}"/>
              </a:ext>
            </a:extLst>
          </p:cNvPr>
          <p:cNvCxnSpPr/>
          <p:nvPr/>
        </p:nvCxnSpPr>
        <p:spPr>
          <a:xfrm>
            <a:off x="704589" y="9310064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287F988-E483-9134-AD40-2586C5F014AD}"/>
              </a:ext>
            </a:extLst>
          </p:cNvPr>
          <p:cNvSpPr txBox="1"/>
          <p:nvPr/>
        </p:nvSpPr>
        <p:spPr>
          <a:xfrm>
            <a:off x="4950040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我的</a:t>
            </a:r>
          </a:p>
        </p:txBody>
      </p:sp>
      <p:pic>
        <p:nvPicPr>
          <p:cNvPr id="12" name="图形 11" descr="用户 纯色填充">
            <a:extLst>
              <a:ext uri="{FF2B5EF4-FFF2-40B4-BE49-F238E27FC236}">
                <a16:creationId xmlns:a16="http://schemas.microsoft.com/office/drawing/2014/main" id="{05A785BF-C038-ADB0-446A-700D0B4685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3205" y="9577364"/>
            <a:ext cx="540000" cy="5400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8F8134B-C716-52F9-D2C8-3ABED8241797}"/>
              </a:ext>
            </a:extLst>
          </p:cNvPr>
          <p:cNvSpPr txBox="1"/>
          <p:nvPr/>
        </p:nvSpPr>
        <p:spPr>
          <a:xfrm>
            <a:off x="2450515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物品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9DAEB1-ACFC-ABE2-F374-3ED8246B4097}"/>
              </a:ext>
            </a:extLst>
          </p:cNvPr>
          <p:cNvSpPr txBox="1"/>
          <p:nvPr/>
        </p:nvSpPr>
        <p:spPr>
          <a:xfrm>
            <a:off x="3700278" y="101173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草稿</a:t>
            </a:r>
          </a:p>
        </p:txBody>
      </p:sp>
      <p:pic>
        <p:nvPicPr>
          <p:cNvPr id="16" name="图形 15" descr="苹果色 纯色填充">
            <a:extLst>
              <a:ext uri="{FF2B5EF4-FFF2-40B4-BE49-F238E27FC236}">
                <a16:creationId xmlns:a16="http://schemas.microsoft.com/office/drawing/2014/main" id="{11355720-A42E-D432-5BC4-00B921F205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3679" y="9577364"/>
            <a:ext cx="540000" cy="54000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D1739CB-532E-D7CF-6D59-589005356337}"/>
              </a:ext>
            </a:extLst>
          </p:cNvPr>
          <p:cNvCxnSpPr/>
          <p:nvPr/>
        </p:nvCxnSpPr>
        <p:spPr>
          <a:xfrm>
            <a:off x="704589" y="2195281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图形 18" descr="文档 纯色填充">
            <a:extLst>
              <a:ext uri="{FF2B5EF4-FFF2-40B4-BE49-F238E27FC236}">
                <a16:creationId xmlns:a16="http://schemas.microsoft.com/office/drawing/2014/main" id="{7BDEF109-3D65-E713-D83A-EFCE961BA4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5729" y="9577364"/>
            <a:ext cx="540000" cy="54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0AAE50C-8A06-B0F0-2795-1CEB91C34BF0}"/>
              </a:ext>
            </a:extLst>
          </p:cNvPr>
          <p:cNvSpPr txBox="1"/>
          <p:nvPr/>
        </p:nvSpPr>
        <p:spPr>
          <a:xfrm>
            <a:off x="2977594" y="144369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草稿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E947A2-42DA-9004-0A8A-5F76F83D09EC}"/>
              </a:ext>
            </a:extLst>
          </p:cNvPr>
          <p:cNvSpPr/>
          <p:nvPr/>
        </p:nvSpPr>
        <p:spPr>
          <a:xfrm>
            <a:off x="1014608" y="2612327"/>
            <a:ext cx="4885151" cy="9932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FCFDA82-6658-774E-2D32-39862B5FF4DE}"/>
              </a:ext>
            </a:extLst>
          </p:cNvPr>
          <p:cNvSpPr txBox="1"/>
          <p:nvPr/>
        </p:nvSpPr>
        <p:spPr>
          <a:xfrm>
            <a:off x="1200752" y="2917787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</a:t>
            </a:r>
            <a:r>
              <a:rPr lang="en-US" altLang="zh-CN" sz="2400" dirty="0"/>
              <a:t>A</a:t>
            </a:r>
            <a:endParaRPr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37E8C56-4AF7-B3E2-211E-F96588FA15C4}"/>
              </a:ext>
            </a:extLst>
          </p:cNvPr>
          <p:cNvSpPr txBox="1"/>
          <p:nvPr/>
        </p:nvSpPr>
        <p:spPr>
          <a:xfrm>
            <a:off x="4675891" y="2917787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增加 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41CAD5-B9BE-033C-ACF6-18E400A0A9EC}"/>
              </a:ext>
            </a:extLst>
          </p:cNvPr>
          <p:cNvSpPr/>
          <p:nvPr/>
        </p:nvSpPr>
        <p:spPr>
          <a:xfrm>
            <a:off x="1014608" y="3847979"/>
            <a:ext cx="4885151" cy="9932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F0483A3-2B0F-B521-30AE-458454E1CC1F}"/>
              </a:ext>
            </a:extLst>
          </p:cNvPr>
          <p:cNvSpPr txBox="1"/>
          <p:nvPr/>
        </p:nvSpPr>
        <p:spPr>
          <a:xfrm>
            <a:off x="1200752" y="4153439"/>
            <a:ext cx="98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物品</a:t>
            </a:r>
            <a:r>
              <a:rPr lang="en-US" altLang="zh-CN" sz="2400" dirty="0"/>
              <a:t>B</a:t>
            </a:r>
            <a:endParaRPr lang="zh-CN" altLang="en-US" sz="2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B8B2D03-BFD2-F8FD-364A-C076BD42C275}"/>
              </a:ext>
            </a:extLst>
          </p:cNvPr>
          <p:cNvSpPr txBox="1"/>
          <p:nvPr/>
        </p:nvSpPr>
        <p:spPr>
          <a:xfrm>
            <a:off x="4675891" y="4153439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减少 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926D9C-E3BC-880D-CFEE-27053DCBC087}"/>
              </a:ext>
            </a:extLst>
          </p:cNvPr>
          <p:cNvSpPr/>
          <p:nvPr/>
        </p:nvSpPr>
        <p:spPr>
          <a:xfrm>
            <a:off x="1014608" y="5074760"/>
            <a:ext cx="2042962" cy="548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提交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915B911-BF5B-5BEE-B271-7407195C174B}"/>
              </a:ext>
            </a:extLst>
          </p:cNvPr>
          <p:cNvSpPr/>
          <p:nvPr/>
        </p:nvSpPr>
        <p:spPr>
          <a:xfrm>
            <a:off x="3856797" y="5074760"/>
            <a:ext cx="2042962" cy="548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取消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7DAB88-6A32-2B81-F877-AB67CE36D0EA}"/>
              </a:ext>
            </a:extLst>
          </p:cNvPr>
          <p:cNvSpPr txBox="1"/>
          <p:nvPr/>
        </p:nvSpPr>
        <p:spPr>
          <a:xfrm>
            <a:off x="2474271" y="293507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1.0 -&gt; 2.0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BEB498-57FC-B604-94C0-04AFFE48FE56}"/>
              </a:ext>
            </a:extLst>
          </p:cNvPr>
          <p:cNvSpPr txBox="1"/>
          <p:nvPr/>
        </p:nvSpPr>
        <p:spPr>
          <a:xfrm>
            <a:off x="2474271" y="413600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3.0 -&gt; 1.0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81511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1F953ED3-2190-795B-0248-A6C1AC880113}"/>
              </a:ext>
            </a:extLst>
          </p:cNvPr>
          <p:cNvSpPr/>
          <p:nvPr/>
        </p:nvSpPr>
        <p:spPr>
          <a:xfrm>
            <a:off x="704589" y="290077"/>
            <a:ext cx="5448822" cy="94070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06FD4D-F1A0-AFD7-2590-A2C287A76129}"/>
              </a:ext>
            </a:extLst>
          </p:cNvPr>
          <p:cNvSpPr txBox="1"/>
          <p:nvPr/>
        </p:nvSpPr>
        <p:spPr>
          <a:xfrm>
            <a:off x="1200752" y="91548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主页</a:t>
            </a:r>
          </a:p>
        </p:txBody>
      </p:sp>
      <p:pic>
        <p:nvPicPr>
          <p:cNvPr id="7" name="图形 6" descr="主页 纯色填充">
            <a:extLst>
              <a:ext uri="{FF2B5EF4-FFF2-40B4-BE49-F238E27FC236}">
                <a16:creationId xmlns:a16="http://schemas.microsoft.com/office/drawing/2014/main" id="{E52D55F0-BA14-88EA-CCD2-8C9C5E71F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1629" y="8614837"/>
            <a:ext cx="540000" cy="540000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1C49135-CBE6-D5B2-3187-AEBF8F9A2AF6}"/>
              </a:ext>
            </a:extLst>
          </p:cNvPr>
          <p:cNvCxnSpPr/>
          <p:nvPr/>
        </p:nvCxnSpPr>
        <p:spPr>
          <a:xfrm>
            <a:off x="704589" y="8347537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287F988-E483-9134-AD40-2586C5F014AD}"/>
              </a:ext>
            </a:extLst>
          </p:cNvPr>
          <p:cNvSpPr txBox="1"/>
          <p:nvPr/>
        </p:nvSpPr>
        <p:spPr>
          <a:xfrm>
            <a:off x="4950040" y="91548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我的</a:t>
            </a:r>
          </a:p>
        </p:txBody>
      </p:sp>
      <p:pic>
        <p:nvPicPr>
          <p:cNvPr id="12" name="图形 11" descr="用户 纯色填充">
            <a:extLst>
              <a:ext uri="{FF2B5EF4-FFF2-40B4-BE49-F238E27FC236}">
                <a16:creationId xmlns:a16="http://schemas.microsoft.com/office/drawing/2014/main" id="{05A785BF-C038-ADB0-446A-700D0B4685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3205" y="8614837"/>
            <a:ext cx="540000" cy="5400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8F8134B-C716-52F9-D2C8-3ABED8241797}"/>
              </a:ext>
            </a:extLst>
          </p:cNvPr>
          <p:cNvSpPr txBox="1"/>
          <p:nvPr/>
        </p:nvSpPr>
        <p:spPr>
          <a:xfrm>
            <a:off x="2450515" y="91548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物品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9DAEB1-ACFC-ABE2-F374-3ED8246B4097}"/>
              </a:ext>
            </a:extLst>
          </p:cNvPr>
          <p:cNvSpPr txBox="1"/>
          <p:nvPr/>
        </p:nvSpPr>
        <p:spPr>
          <a:xfrm>
            <a:off x="3700278" y="915483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草稿</a:t>
            </a:r>
          </a:p>
        </p:txBody>
      </p:sp>
      <p:pic>
        <p:nvPicPr>
          <p:cNvPr id="16" name="图形 15" descr="苹果色 纯色填充">
            <a:extLst>
              <a:ext uri="{FF2B5EF4-FFF2-40B4-BE49-F238E27FC236}">
                <a16:creationId xmlns:a16="http://schemas.microsoft.com/office/drawing/2014/main" id="{11355720-A42E-D432-5BC4-00B921F205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3679" y="8614837"/>
            <a:ext cx="540000" cy="54000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D1739CB-532E-D7CF-6D59-589005356337}"/>
              </a:ext>
            </a:extLst>
          </p:cNvPr>
          <p:cNvCxnSpPr/>
          <p:nvPr/>
        </p:nvCxnSpPr>
        <p:spPr>
          <a:xfrm>
            <a:off x="704589" y="1232754"/>
            <a:ext cx="544882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图形 18" descr="文档 纯色填充">
            <a:extLst>
              <a:ext uri="{FF2B5EF4-FFF2-40B4-BE49-F238E27FC236}">
                <a16:creationId xmlns:a16="http://schemas.microsoft.com/office/drawing/2014/main" id="{7BDEF109-3D65-E713-D83A-EFCE961BA4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5729" y="8614837"/>
            <a:ext cx="540000" cy="54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0AAE50C-8A06-B0F0-2795-1CEB91C34BF0}"/>
              </a:ext>
            </a:extLst>
          </p:cNvPr>
          <p:cNvSpPr txBox="1"/>
          <p:nvPr/>
        </p:nvSpPr>
        <p:spPr>
          <a:xfrm>
            <a:off x="2977594" y="48116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我的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E947A2-42DA-9004-0A8A-5F76F83D09EC}"/>
              </a:ext>
            </a:extLst>
          </p:cNvPr>
          <p:cNvSpPr/>
          <p:nvPr/>
        </p:nvSpPr>
        <p:spPr>
          <a:xfrm>
            <a:off x="1014608" y="1649800"/>
            <a:ext cx="4885151" cy="22728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FCFDA82-6658-774E-2D32-39862B5FF4DE}"/>
              </a:ext>
            </a:extLst>
          </p:cNvPr>
          <p:cNvSpPr txBox="1"/>
          <p:nvPr/>
        </p:nvSpPr>
        <p:spPr>
          <a:xfrm>
            <a:off x="1200752" y="1955260"/>
            <a:ext cx="1630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用户信息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FAFE3E-B4BD-15D0-3AB8-F02A2EEB255F}"/>
              </a:ext>
            </a:extLst>
          </p:cNvPr>
          <p:cNvSpPr/>
          <p:nvPr/>
        </p:nvSpPr>
        <p:spPr>
          <a:xfrm>
            <a:off x="1014608" y="4105311"/>
            <a:ext cx="4885151" cy="199932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5D8D23-1069-5C2A-B319-0EC1465B6F72}"/>
              </a:ext>
            </a:extLst>
          </p:cNvPr>
          <p:cNvSpPr txBox="1"/>
          <p:nvPr/>
        </p:nvSpPr>
        <p:spPr>
          <a:xfrm>
            <a:off x="1200752" y="4384273"/>
            <a:ext cx="1630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当前家庭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0439048-FFC1-B540-00DB-E3337DAC7645}"/>
              </a:ext>
            </a:extLst>
          </p:cNvPr>
          <p:cNvSpPr/>
          <p:nvPr/>
        </p:nvSpPr>
        <p:spPr>
          <a:xfrm>
            <a:off x="988029" y="6249106"/>
            <a:ext cx="4885150" cy="548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修改密码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38A2EC-C425-4F0D-2901-136B3F8AC04E}"/>
              </a:ext>
            </a:extLst>
          </p:cNvPr>
          <p:cNvSpPr/>
          <p:nvPr/>
        </p:nvSpPr>
        <p:spPr>
          <a:xfrm>
            <a:off x="988029" y="6927075"/>
            <a:ext cx="4885150" cy="548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修改密保问题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E668842-9B0A-013C-9823-4293A9CE09B3}"/>
              </a:ext>
            </a:extLst>
          </p:cNvPr>
          <p:cNvSpPr/>
          <p:nvPr/>
        </p:nvSpPr>
        <p:spPr>
          <a:xfrm>
            <a:off x="988029" y="7529602"/>
            <a:ext cx="4885150" cy="5486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</a:rPr>
              <a:t>退出登录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08D9CB-600E-B54D-125D-770BD9E29957}"/>
              </a:ext>
            </a:extLst>
          </p:cNvPr>
          <p:cNvSpPr/>
          <p:nvPr/>
        </p:nvSpPr>
        <p:spPr>
          <a:xfrm>
            <a:off x="111255" y="10130151"/>
            <a:ext cx="6635489" cy="150649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7C9201-EC96-17A9-5CF2-5D14C99141C1}"/>
              </a:ext>
            </a:extLst>
          </p:cNvPr>
          <p:cNvSpPr txBox="1"/>
          <p:nvPr/>
        </p:nvSpPr>
        <p:spPr>
          <a:xfrm>
            <a:off x="382251" y="10504285"/>
            <a:ext cx="3515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家庭名称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CC8B19-644E-8DA1-F7B5-D00E0B9F646C}"/>
              </a:ext>
            </a:extLst>
          </p:cNvPr>
          <p:cNvSpPr txBox="1"/>
          <p:nvPr/>
        </p:nvSpPr>
        <p:spPr>
          <a:xfrm>
            <a:off x="377433" y="10960855"/>
            <a:ext cx="235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（备注）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C4724F0-C3CB-EE27-11E4-5E2EAF2AE72B}"/>
              </a:ext>
            </a:extLst>
          </p:cNvPr>
          <p:cNvSpPr txBox="1"/>
          <p:nvPr/>
        </p:nvSpPr>
        <p:spPr>
          <a:xfrm>
            <a:off x="2993667" y="10493238"/>
            <a:ext cx="235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 </a:t>
            </a:r>
            <a:r>
              <a:rPr lang="zh-CN" altLang="en-US" dirty="0"/>
              <a:t>个成员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C124BE8-8741-D80A-C421-BD0652BC8150}"/>
              </a:ext>
            </a:extLst>
          </p:cNvPr>
          <p:cNvSpPr txBox="1"/>
          <p:nvPr/>
        </p:nvSpPr>
        <p:spPr>
          <a:xfrm>
            <a:off x="2993667" y="11017720"/>
            <a:ext cx="235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 </a:t>
            </a:r>
            <a:r>
              <a:rPr lang="zh-CN" altLang="en-US" dirty="0"/>
              <a:t>个物品</a:t>
            </a:r>
          </a:p>
        </p:txBody>
      </p:sp>
      <p:pic>
        <p:nvPicPr>
          <p:cNvPr id="35" name="图形 34" descr="铅笔 纯色填充">
            <a:extLst>
              <a:ext uri="{FF2B5EF4-FFF2-40B4-BE49-F238E27FC236}">
                <a16:creationId xmlns:a16="http://schemas.microsoft.com/office/drawing/2014/main" id="{2FABA849-6A79-7FE6-D29F-3160638914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50582" y="10696635"/>
            <a:ext cx="400725" cy="4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891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15428</TotalTime>
  <Words>625</Words>
  <Application>Microsoft Office PowerPoint</Application>
  <PresentationFormat>宽屏</PresentationFormat>
  <Paragraphs>138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Rukun Qiao</dc:creator>
  <cp:lastModifiedBy>Rukun Qiao</cp:lastModifiedBy>
  <cp:revision>16</cp:revision>
  <dcterms:created xsi:type="dcterms:W3CDTF">2025-05-06T00:37:30Z</dcterms:created>
  <dcterms:modified xsi:type="dcterms:W3CDTF">2025-05-28T11:37:50Z</dcterms:modified>
</cp:coreProperties>
</file>